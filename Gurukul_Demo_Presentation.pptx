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59E0B"/>
                </a:solidFill>
              </a:defRPr>
            </a:pPr>
            <a:r>
              <a:t>Gurukul Learning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AI-Powered Personalized Education</a:t>
            </a:r>
          </a:p>
          <a:p>
            <a:r>
              <a:t>Aligned with NEP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One-size-fits-all education leaves students behind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Teachers are overwhelmed with administrative tasks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Parents lack real-time visibility into learning progress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Institutions struggle to track true learning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The Gurukul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AI-Driven Personalized Learning Paths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Automated Assessments and Analytics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Transparent Parent-Teacher Communication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Secure, Scalable Cloud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Student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Tailored content generation based on learning style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Interactive AI Chatbot for 24/7 assistance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Gamified progress tracking (Karma &amp; Streaks)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Daily reflection and mindfulness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Teacher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Real-time pulse of classroom comprehension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Automated quiz generation and grading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Early warning system for struggling students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Streamlined communication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Parent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Non-intrusive dashboard for peace of mind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Weekly automated progress summaries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Direct visibility into test scores and teacher feedback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Clear alignment with school curriculum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Institution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Unified data ecosystem across all stakeholders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Data-driven strategic planning and resource allocation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High security and data isolation per tenant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Compliance with modern educational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NEP 2020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Focus on core concepts and critical thinking over rote learning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Multidisciplinary and holistic education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Technology-enabled continuous assessment</a:t>
            </a: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Respect for diversity and local context via multi-language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